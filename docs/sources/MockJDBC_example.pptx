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60D2D4-BA14-6818-9215-543BF42C7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435DED4-BD0C-F75C-4A6D-0907DFD25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014098-8A69-08AA-47B8-4BC46E60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35514F-CBA3-2703-7BF5-D9C869AD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81B44B-A47F-4167-A3AE-CE2E5968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6386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D40881-8C1C-21E6-B6D8-29FD95AA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FDDC6A-5EFB-0F63-F44C-1A57CA29E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7458C4-B400-2474-651C-015F98C2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999E1F-390F-21F3-8E42-E2629BED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02F656-CD30-2447-8632-F92D75A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747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CCC38A-B015-08DD-46FD-1AA26D55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F27109-1590-6C78-66B8-EC3A533EC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E661A0-5A01-27BC-E443-A84127EC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AB2106-1DF7-7592-CD87-76AF00AB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AF2141-2AF3-0B4B-5B94-B77B7174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647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6D7684-24EA-5668-DB14-16FF590A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F5B1AD-E7BE-87CD-BB90-E3493B6BF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395BFA5-A3C0-8655-8CFC-13EC49041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9B68DE-49C4-467D-1C15-5B6FE47FC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EBB1269-9284-1611-AE73-634C3E7E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1D19280-E232-C56F-E56F-347F0476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529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B432AA-24B3-1BF5-BE25-E271BFC2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EB4C46-BA3D-685F-88F0-16A7A7867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D8C4CCF-C8F8-481E-CE29-599646542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D82E70A-4C12-9970-AF0E-6464C5C63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51540FE-0134-0692-2A34-3D48A8846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E354E04-5DC5-C9FB-573C-B9779812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9B75626-0A56-2CAE-DBD9-C29DB83C4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82C8BA5-E833-16BA-0481-EC0CC39D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680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C7010E-26BA-5B05-704E-E3112126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3F7E3F-D11C-ACB4-3B46-ED682891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4C9213E-D536-5B63-0676-6C1CC020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58AA2CE-24A6-F7D3-B9B2-349C2704D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012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88B66A8-43DB-55D3-E409-C27CFD08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14B7B96-7156-EEBE-23FE-776AD75E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5CB41C-EA6C-1BD7-4FE2-49E2D787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7939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30BAA1-3800-B981-201D-ABA8C26F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743273-5788-022E-82B4-B9C1E4EB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BA3E93F-7B85-CA10-B5AC-5563EBC37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F36E07-A31B-3B8F-2A68-8EF024A4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E4EC9DD-DAD3-61CB-F2B3-19B4BC25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CE28027-CEAC-0D6D-E416-5ABF38B6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124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FC2F49-5814-7C2D-962B-07FBE80C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536C198-8005-F59D-CD76-393490041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990D6B1-B606-BBC2-1D59-1CBA42C76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06FCC3A-EB3C-3D26-3457-6001F76A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6859F37-5970-FE8F-5C4E-720B8605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850D053-54FA-9AA2-BE73-DF72792C9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633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EF45A9-0E97-1A76-E9C8-A5D3A9A0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238BB36-8A78-4AD4-5834-3A4D8556C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445269-A4E2-39C0-EFEE-BE21464A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3ECC9B-0E66-63E4-30D3-EA8FC3A42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3D5FA9-796F-5638-E8DB-4DA243666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8935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5E939E3-B5C4-5B87-3C32-7507E54E7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4450B21-2DCA-89A7-9C3D-CF2D0440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6B4AF9-8EEA-6A66-02C0-DE55A821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F99EB2-DA95-4172-C32B-E4022387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74CE46-4AA9-1D76-DC5F-FF3C64DE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9101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15054F4-146F-D1BC-A65D-FB9F5604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024F030-5CFB-C933-6034-1238318ED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614FAC-B093-EA7A-F55B-07E4ABDB3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06563-7574-4C51-8869-3D681585128B}" type="datetimeFigureOut">
              <a:rPr lang="it-IT" smtClean="0"/>
              <a:t>09/10/2026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7DB407-E3B7-92EF-EE40-531B395C7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879189-23BF-F986-80C2-2E6678D3A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573B3-80DB-48FA-93BD-C555344E98E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2734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9A51D7E0-24DA-EB5B-5C63-F4E32ADB0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935" y="819150"/>
            <a:ext cx="6120130" cy="5219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E490D50-399C-81CA-DEA8-47FFDDBB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64" y="425888"/>
            <a:ext cx="3060065" cy="2025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96B272F-E829-0DFC-AE8D-9F2CC7BCA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257" y="112739"/>
            <a:ext cx="3574094" cy="22847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E5AD2AD-8974-3481-D774-1F919A4863C8}"/>
              </a:ext>
            </a:extLst>
          </p:cNvPr>
          <p:cNvCxnSpPr>
            <a:cxnSpLocks/>
          </p:cNvCxnSpPr>
          <p:nvPr/>
        </p:nvCxnSpPr>
        <p:spPr>
          <a:xfrm flipH="1" flipV="1">
            <a:off x="3745282" y="2279737"/>
            <a:ext cx="1665962" cy="39641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EF0C16C5-DE5A-596D-2F2E-19A6AA4F2AF5}"/>
              </a:ext>
            </a:extLst>
          </p:cNvPr>
          <p:cNvCxnSpPr>
            <a:cxnSpLocks/>
          </p:cNvCxnSpPr>
          <p:nvPr/>
        </p:nvCxnSpPr>
        <p:spPr>
          <a:xfrm flipV="1">
            <a:off x="6931069" y="2279737"/>
            <a:ext cx="1094188" cy="39641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magine 13">
            <a:extLst>
              <a:ext uri="{FF2B5EF4-FFF2-40B4-BE49-F238E27FC236}">
                <a16:creationId xmlns:a16="http://schemas.microsoft.com/office/drawing/2014/main" id="{CE6957D1-EDB8-1192-9E43-D411DE75B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49" y="3688545"/>
            <a:ext cx="4654768" cy="16058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33219C1B-DA18-C74C-1429-1968F1928737}"/>
              </a:ext>
            </a:extLst>
          </p:cNvPr>
          <p:cNvCxnSpPr>
            <a:cxnSpLocks/>
          </p:cNvCxnSpPr>
          <p:nvPr/>
        </p:nvCxnSpPr>
        <p:spPr>
          <a:xfrm flipH="1" flipV="1">
            <a:off x="2029216" y="4628367"/>
            <a:ext cx="3606863" cy="9183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3720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Avogadro</dc:creator>
  <cp:lastModifiedBy>Simone Avogadro</cp:lastModifiedBy>
  <cp:revision>1</cp:revision>
  <dcterms:created xsi:type="dcterms:W3CDTF">2026-10-09T19:54:30Z</dcterms:created>
  <dcterms:modified xsi:type="dcterms:W3CDTF">2026-10-09T19:54:46Z</dcterms:modified>
</cp:coreProperties>
</file>